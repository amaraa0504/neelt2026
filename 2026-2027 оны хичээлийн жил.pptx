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74" r:id="rId1"/>
  </p:sldMasterIdLst>
  <p:notesMasterIdLst>
    <p:notesMasterId r:id="rId4"/>
  </p:notesMasterIdLst>
  <p:sldIdLst>
    <p:sldId id="4649" r:id="rId2"/>
    <p:sldId id="4650" r:id="rId3"/>
  </p:sldIdLst>
  <p:sldSz cx="12192000" cy="6858000"/>
  <p:notesSz cx="6735763" cy="9866313"/>
  <p:embeddedFontLst>
    <p:embeddedFont>
      <p:font typeface="Montserrat" panose="00000500000000000000" pitchFamily="2" charset="0"/>
      <p:regular r:id="rId5"/>
      <p:bold r:id="rId6"/>
      <p:italic r:id="rId7"/>
      <p:bold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tuuka Shine" initials="BS" lastIdx="1" clrIdx="0">
    <p:extLst>
      <p:ext uri="{19B8F6BF-5375-455C-9EA6-DF929625EA0E}">
        <p15:presenceInfo xmlns:p15="http://schemas.microsoft.com/office/powerpoint/2012/main" userId="80e295ce9409412d" providerId="Windows Live"/>
      </p:ext>
    </p:extLst>
  </p:cmAuthor>
  <p:cmAuthor id="2" name="pc_user" initials="p" lastIdx="5" clrIdx="1">
    <p:extLst>
      <p:ext uri="{19B8F6BF-5375-455C-9EA6-DF929625EA0E}">
        <p15:presenceInfo xmlns:p15="http://schemas.microsoft.com/office/powerpoint/2012/main" userId="pc_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EC6927"/>
    <a:srgbClr val="FFFF00"/>
    <a:srgbClr val="002060"/>
    <a:srgbClr val="FF00FF"/>
    <a:srgbClr val="0E3078"/>
    <a:srgbClr val="FECA04"/>
    <a:srgbClr val="009999"/>
    <a:srgbClr val="A1C404"/>
    <a:srgbClr val="F2F0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190" autoAdjust="0"/>
  </p:normalViewPr>
  <p:slideViewPr>
    <p:cSldViewPr snapToGrid="0">
      <p:cViewPr varScale="1">
        <p:scale>
          <a:sx n="79" d="100"/>
          <a:sy n="79" d="100"/>
        </p:scale>
        <p:origin x="773" y="72"/>
      </p:cViewPr>
      <p:guideLst>
        <p:guide orient="horz" pos="2160"/>
        <p:guide pos="5448"/>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51"/>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viewProps" Target="viewProps.xml"/><Relationship Id="rId5" Type="http://schemas.openxmlformats.org/officeDocument/2006/relationships/font" Target="fonts/font1.fntdata"/><Relationship Id="rId10" Type="http://schemas.openxmlformats.org/officeDocument/2006/relationships/presProps" Target="presProps.xml"/><Relationship Id="rId4" Type="http://schemas.openxmlformats.org/officeDocument/2006/relationships/notesMaster" Target="notesMasters/notesMaster1.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2918831" cy="49502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15375" y="0"/>
            <a:ext cx="2918831" cy="495029"/>
          </a:xfrm>
          <a:prstGeom prst="rect">
            <a:avLst/>
          </a:prstGeom>
        </p:spPr>
        <p:txBody>
          <a:bodyPr vert="horz" lIns="91440" tIns="45720" rIns="91440" bIns="45720" rtlCol="0"/>
          <a:lstStyle>
            <a:lvl1pPr algn="r">
              <a:defRPr sz="1200"/>
            </a:lvl1pPr>
          </a:lstStyle>
          <a:p>
            <a:fld id="{7F9B91FD-ADBC-429A-8D63-EC9424020F5C}" type="datetimeFigureOut">
              <a:rPr lang="en-US" smtClean="0"/>
              <a:t>9/13/2026</a:t>
            </a:fld>
            <a:endParaRPr lang="en-US" dirty="0"/>
          </a:p>
        </p:txBody>
      </p:sp>
      <p:sp>
        <p:nvSpPr>
          <p:cNvPr id="4" name="Slide Image Placeholder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3577" y="4748163"/>
            <a:ext cx="5388610" cy="388486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9371287"/>
            <a:ext cx="2918831" cy="495028"/>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15375" y="9371287"/>
            <a:ext cx="2918831" cy="495028"/>
          </a:xfrm>
          <a:prstGeom prst="rect">
            <a:avLst/>
          </a:prstGeom>
        </p:spPr>
        <p:txBody>
          <a:bodyPr vert="horz" lIns="91440" tIns="45720" rIns="91440" bIns="45720" rtlCol="0" anchor="b"/>
          <a:lstStyle>
            <a:lvl1pPr algn="r">
              <a:defRPr sz="1200"/>
            </a:lvl1pPr>
          </a:lstStyle>
          <a:p>
            <a:fld id="{D2223A14-E923-4CF5-98EA-E45B19FA3C8B}" type="slidenum">
              <a:rPr lang="en-US" smtClean="0"/>
              <a:t>‹#›</a:t>
            </a:fld>
            <a:endParaRPr lang="en-US" dirty="0"/>
          </a:p>
        </p:txBody>
      </p:sp>
    </p:spTree>
    <p:extLst>
      <p:ext uri="{BB962C8B-B14F-4D97-AF65-F5344CB8AC3E}">
        <p14:creationId xmlns:p14="http://schemas.microsoft.com/office/powerpoint/2010/main" val="3536061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B59590-04A2-4849-BD4D-91D70EA4ACFD}"/>
              </a:ext>
            </a:extLst>
          </p:cNvPr>
          <p:cNvSpPr/>
          <p:nvPr userDrawn="1"/>
        </p:nvSpPr>
        <p:spPr>
          <a:xfrm>
            <a:off x="0" y="0"/>
            <a:ext cx="1066800" cy="6858000"/>
          </a:xfrm>
          <a:prstGeom prst="rect">
            <a:avLst/>
          </a:prstGeom>
          <a:solidFill>
            <a:srgbClr val="0E3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D7ADC7-95C8-4085-B886-D832E86578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0A4A0F3D-CB04-4926-88FC-6B59720F300F}"/>
              </a:ext>
            </a:extLst>
          </p:cNvPr>
          <p:cNvSpPr>
            <a:spLocks noGrp="1"/>
          </p:cNvSpPr>
          <p:nvPr>
            <p:ph type="subTitle" idx="1"/>
          </p:nvPr>
        </p:nvSpPr>
        <p:spPr>
          <a:xfrm>
            <a:off x="1524000" y="3602038"/>
            <a:ext cx="9144000" cy="1655762"/>
          </a:xfrm>
        </p:spPr>
        <p:txBody>
          <a:bodyPr vert="horz"/>
          <a:lstStyle>
            <a:lvl1pPr marL="0" indent="0" algn="ctr">
              <a:buNone/>
              <a:defRPr sz="2400">
                <a:latin typeface="+mj-lt"/>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TextBox 9">
            <a:extLst>
              <a:ext uri="{FF2B5EF4-FFF2-40B4-BE49-F238E27FC236}">
                <a16:creationId xmlns:a16="http://schemas.microsoft.com/office/drawing/2014/main" id="{E33C019D-4242-4039-9D50-6567C92F48AA}"/>
              </a:ext>
            </a:extLst>
          </p:cNvPr>
          <p:cNvSpPr txBox="1"/>
          <p:nvPr/>
        </p:nvSpPr>
        <p:spPr>
          <a:xfrm>
            <a:off x="106809" y="1139928"/>
            <a:ext cx="853182" cy="4924220"/>
          </a:xfrm>
          <a:prstGeom prst="rect">
            <a:avLst/>
          </a:prstGeom>
          <a:noFill/>
        </p:spPr>
        <p:txBody>
          <a:bodyPr vert="wordArtVert" wrap="square">
            <a:spAutoFit/>
          </a:bodyPr>
          <a:lstStyle/>
          <a:p>
            <a:pPr algn="ctr"/>
            <a:r>
              <a:rPr lang="mn-Mong-MN" sz="4000" b="0" dirty="0">
                <a:solidFill>
                  <a:schemeClr val="bg1"/>
                </a:solidFill>
              </a:rPr>
              <a:t>ᠪᠣᠯᠪᠠᠰᠣᠷᠠᠯ᠂ ᠰᠢᠨᠵᠢᠯᠡᠬᠦ ᠤᠬᠠᠭᠠᠨ ᠪ ᠶᠠᠮᠤ</a:t>
            </a:r>
            <a:endParaRPr lang="en-US" sz="4000" b="0" dirty="0">
              <a:solidFill>
                <a:schemeClr val="bg1"/>
              </a:solidFill>
            </a:endParaRPr>
          </a:p>
        </p:txBody>
      </p:sp>
      <p:sp>
        <p:nvSpPr>
          <p:cNvPr id="11" name="Date Placeholder 3">
            <a:extLst>
              <a:ext uri="{FF2B5EF4-FFF2-40B4-BE49-F238E27FC236}">
                <a16:creationId xmlns:a16="http://schemas.microsoft.com/office/drawing/2014/main" id="{24E7B62C-606C-4416-9286-8F0C417B7A24}"/>
              </a:ext>
            </a:extLst>
          </p:cNvPr>
          <p:cNvSpPr>
            <a:spLocks noGrp="1"/>
          </p:cNvSpPr>
          <p:nvPr>
            <p:ph type="dt" sz="half" idx="10"/>
          </p:nvPr>
        </p:nvSpPr>
        <p:spPr>
          <a:xfrm>
            <a:off x="838200" y="6356350"/>
            <a:ext cx="2743200" cy="365125"/>
          </a:xfrm>
          <a:prstGeom prst="rect">
            <a:avLst/>
          </a:prstGeom>
        </p:spPr>
        <p:txBody>
          <a:bodyPr/>
          <a:lstStyle/>
          <a:p>
            <a:fld id="{1AAE80B4-3C01-4430-ACE1-8C08830BEDBC}" type="datetime1">
              <a:rPr lang="en-US" smtClean="0"/>
              <a:t>9/13/2026</a:t>
            </a:fld>
            <a:endParaRPr lang="en-US" dirty="0"/>
          </a:p>
        </p:txBody>
      </p:sp>
      <p:sp>
        <p:nvSpPr>
          <p:cNvPr id="12" name="Footer Placeholder 4">
            <a:extLst>
              <a:ext uri="{FF2B5EF4-FFF2-40B4-BE49-F238E27FC236}">
                <a16:creationId xmlns:a16="http://schemas.microsoft.com/office/drawing/2014/main" id="{611179F7-825F-4B38-BF47-4A425B8D892D}"/>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13" name="Slide Number Placeholder 5">
            <a:extLst>
              <a:ext uri="{FF2B5EF4-FFF2-40B4-BE49-F238E27FC236}">
                <a16:creationId xmlns:a16="http://schemas.microsoft.com/office/drawing/2014/main" id="{EE334A91-9B45-4B06-9457-4AF154B42153}"/>
              </a:ext>
            </a:extLst>
          </p:cNvPr>
          <p:cNvSpPr>
            <a:spLocks noGrp="1"/>
          </p:cNvSpPr>
          <p:nvPr>
            <p:ph type="sldNum" sz="quarter" idx="12"/>
          </p:nvPr>
        </p:nvSpPr>
        <p:spPr>
          <a:xfrm>
            <a:off x="9425246" y="6464417"/>
            <a:ext cx="2743200" cy="365125"/>
          </a:xfrm>
          <a:prstGeom prst="rect">
            <a:avLst/>
          </a:prstGeom>
        </p:spPr>
        <p:txBody>
          <a:bodyPr/>
          <a:lstStyle/>
          <a:p>
            <a:fld id="{B0CFB766-FAEE-4277-A4F6-82D5352B14C4}" type="slidenum">
              <a:rPr lang="en-US" smtClean="0"/>
              <a:t>‹#›</a:t>
            </a:fld>
            <a:endParaRPr lang="en-US" dirty="0"/>
          </a:p>
        </p:txBody>
      </p:sp>
    </p:spTree>
    <p:extLst>
      <p:ext uri="{BB962C8B-B14F-4D97-AF65-F5344CB8AC3E}">
        <p14:creationId xmlns:p14="http://schemas.microsoft.com/office/powerpoint/2010/main" val="42434652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1B7D4-1BB9-43B5-9238-83BCAB523D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07118D-8A81-4CA6-ADA4-1DC308C5B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1E6C02-1334-40C2-AE7C-2ADCA18BB038}"/>
              </a:ext>
            </a:extLst>
          </p:cNvPr>
          <p:cNvSpPr>
            <a:spLocks noGrp="1"/>
          </p:cNvSpPr>
          <p:nvPr>
            <p:ph type="dt" sz="half" idx="10"/>
          </p:nvPr>
        </p:nvSpPr>
        <p:spPr>
          <a:xfrm>
            <a:off x="838200" y="6356350"/>
            <a:ext cx="2743200" cy="365125"/>
          </a:xfrm>
          <a:prstGeom prst="rect">
            <a:avLst/>
          </a:prstGeom>
        </p:spPr>
        <p:txBody>
          <a:bodyPr/>
          <a:lstStyle/>
          <a:p>
            <a:fld id="{EA399E3F-B528-4171-9135-9CD7F9772899}" type="datetime1">
              <a:rPr lang="en-US" smtClean="0"/>
              <a:t>9/13/2026</a:t>
            </a:fld>
            <a:endParaRPr lang="en-US" dirty="0"/>
          </a:p>
        </p:txBody>
      </p:sp>
      <p:sp>
        <p:nvSpPr>
          <p:cNvPr id="5" name="Footer Placeholder 4">
            <a:extLst>
              <a:ext uri="{FF2B5EF4-FFF2-40B4-BE49-F238E27FC236}">
                <a16:creationId xmlns:a16="http://schemas.microsoft.com/office/drawing/2014/main" id="{F3FC2AAA-987A-45B2-80BB-716F7FEFF96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A567E616-4A2A-434E-AA9D-09B63EBE8413}"/>
              </a:ext>
            </a:extLst>
          </p:cNvPr>
          <p:cNvSpPr>
            <a:spLocks noGrp="1"/>
          </p:cNvSpPr>
          <p:nvPr>
            <p:ph type="sldNum" sz="quarter" idx="12"/>
          </p:nvPr>
        </p:nvSpPr>
        <p:spPr>
          <a:xfrm>
            <a:off x="9425246" y="6464418"/>
            <a:ext cx="2743200" cy="365125"/>
          </a:xfrm>
          <a:prstGeom prst="rect">
            <a:avLst/>
          </a:prstGeom>
        </p:spPr>
        <p:txBody>
          <a:bodyPr/>
          <a:lstStyle/>
          <a:p>
            <a:fld id="{B0CFB766-FAEE-4277-A4F6-82D5352B14C4}" type="slidenum">
              <a:rPr lang="en-US" smtClean="0"/>
              <a:t>‹#›</a:t>
            </a:fld>
            <a:endParaRPr lang="en-US" dirty="0"/>
          </a:p>
        </p:txBody>
      </p:sp>
      <p:pic>
        <p:nvPicPr>
          <p:cNvPr id="7" name="Picture 65">
            <a:extLst>
              <a:ext uri="{FF2B5EF4-FFF2-40B4-BE49-F238E27FC236}">
                <a16:creationId xmlns:a16="http://schemas.microsoft.com/office/drawing/2014/main" id="{52E8C5FF-76F8-426C-AB70-2E9B7126D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6663" y="277813"/>
            <a:ext cx="63341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112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3FDE2-A151-450A-91E5-78599921EF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4E6010-4472-41C9-957D-A10AE00008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8AEB45-510D-4596-958F-3F7222D1D91F}"/>
              </a:ext>
            </a:extLst>
          </p:cNvPr>
          <p:cNvSpPr>
            <a:spLocks noGrp="1"/>
          </p:cNvSpPr>
          <p:nvPr>
            <p:ph type="dt" sz="half" idx="10"/>
          </p:nvPr>
        </p:nvSpPr>
        <p:spPr>
          <a:xfrm>
            <a:off x="838200" y="6356350"/>
            <a:ext cx="2743200" cy="365125"/>
          </a:xfrm>
          <a:prstGeom prst="rect">
            <a:avLst/>
          </a:prstGeom>
        </p:spPr>
        <p:txBody>
          <a:bodyPr/>
          <a:lstStyle/>
          <a:p>
            <a:fld id="{56885892-3A93-4065-9489-37C0374F520D}" type="datetime1">
              <a:rPr lang="en-US" smtClean="0"/>
              <a:t>9/13/2026</a:t>
            </a:fld>
            <a:endParaRPr lang="en-US" dirty="0"/>
          </a:p>
        </p:txBody>
      </p:sp>
      <p:sp>
        <p:nvSpPr>
          <p:cNvPr id="5" name="Footer Placeholder 4">
            <a:extLst>
              <a:ext uri="{FF2B5EF4-FFF2-40B4-BE49-F238E27FC236}">
                <a16:creationId xmlns:a16="http://schemas.microsoft.com/office/drawing/2014/main" id="{023B12CF-6EAE-496D-A174-D6278DD8A7CD}"/>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0D45178D-3A21-4D0F-BF0B-03BA9BE5CE39}"/>
              </a:ext>
            </a:extLst>
          </p:cNvPr>
          <p:cNvSpPr>
            <a:spLocks noGrp="1"/>
          </p:cNvSpPr>
          <p:nvPr>
            <p:ph type="sldNum" sz="quarter" idx="12"/>
          </p:nvPr>
        </p:nvSpPr>
        <p:spPr>
          <a:xfrm>
            <a:off x="9423861" y="6467936"/>
            <a:ext cx="2743200" cy="365125"/>
          </a:xfrm>
          <a:prstGeom prst="rect">
            <a:avLst/>
          </a:prstGeom>
        </p:spPr>
        <p:txBody>
          <a:bodyPr/>
          <a:lstStyle/>
          <a:p>
            <a:fld id="{B0CFB766-FAEE-4277-A4F6-82D5352B14C4}" type="slidenum">
              <a:rPr lang="en-US" smtClean="0"/>
              <a:t>‹#›</a:t>
            </a:fld>
            <a:endParaRPr lang="en-US" dirty="0"/>
          </a:p>
        </p:txBody>
      </p:sp>
      <p:pic>
        <p:nvPicPr>
          <p:cNvPr id="7" name="Picture 65">
            <a:extLst>
              <a:ext uri="{FF2B5EF4-FFF2-40B4-BE49-F238E27FC236}">
                <a16:creationId xmlns:a16="http://schemas.microsoft.com/office/drawing/2014/main" id="{AC9DC686-D07C-41A3-B060-D2B308B98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6663" y="277813"/>
            <a:ext cx="63341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6197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2259-2AEE-474B-B405-6F3ECB8CDC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748884-5B07-421C-9618-3EF830D0DD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B445DB-E40F-4B4A-B781-642F3859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8EF06D-744E-443D-B312-6F0D73140419}"/>
              </a:ext>
            </a:extLst>
          </p:cNvPr>
          <p:cNvSpPr>
            <a:spLocks noGrp="1"/>
          </p:cNvSpPr>
          <p:nvPr>
            <p:ph type="dt" sz="half" idx="10"/>
          </p:nvPr>
        </p:nvSpPr>
        <p:spPr>
          <a:xfrm>
            <a:off x="838200" y="6356350"/>
            <a:ext cx="2743200" cy="365125"/>
          </a:xfrm>
          <a:prstGeom prst="rect">
            <a:avLst/>
          </a:prstGeom>
        </p:spPr>
        <p:txBody>
          <a:bodyPr/>
          <a:lstStyle/>
          <a:p>
            <a:fld id="{31785E82-44DA-4C3B-95E9-0DD4E1FB9D58}" type="datetime1">
              <a:rPr lang="en-US" smtClean="0"/>
              <a:t>9/13/2026</a:t>
            </a:fld>
            <a:endParaRPr lang="en-US" dirty="0"/>
          </a:p>
        </p:txBody>
      </p:sp>
      <p:sp>
        <p:nvSpPr>
          <p:cNvPr id="6" name="Footer Placeholder 5">
            <a:extLst>
              <a:ext uri="{FF2B5EF4-FFF2-40B4-BE49-F238E27FC236}">
                <a16:creationId xmlns:a16="http://schemas.microsoft.com/office/drawing/2014/main" id="{6EEB3A36-2D79-4A46-A6CE-4318E7476058}"/>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6CC6802D-15AE-4843-841C-623CB30BC954}"/>
              </a:ext>
            </a:extLst>
          </p:cNvPr>
          <p:cNvSpPr>
            <a:spLocks noGrp="1"/>
          </p:cNvSpPr>
          <p:nvPr>
            <p:ph type="sldNum" sz="quarter" idx="12"/>
          </p:nvPr>
        </p:nvSpPr>
        <p:spPr>
          <a:xfrm>
            <a:off x="9423861" y="6465050"/>
            <a:ext cx="2743200" cy="365125"/>
          </a:xfrm>
          <a:prstGeom prst="rect">
            <a:avLst/>
          </a:prstGeom>
        </p:spPr>
        <p:txBody>
          <a:bodyPr/>
          <a:lstStyle/>
          <a:p>
            <a:fld id="{B0CFB766-FAEE-4277-A4F6-82D5352B14C4}" type="slidenum">
              <a:rPr lang="en-US" smtClean="0"/>
              <a:t>‹#›</a:t>
            </a:fld>
            <a:endParaRPr lang="en-US" dirty="0"/>
          </a:p>
        </p:txBody>
      </p:sp>
      <p:pic>
        <p:nvPicPr>
          <p:cNvPr id="8" name="Picture 65">
            <a:extLst>
              <a:ext uri="{FF2B5EF4-FFF2-40B4-BE49-F238E27FC236}">
                <a16:creationId xmlns:a16="http://schemas.microsoft.com/office/drawing/2014/main" id="{AC6DA99E-1B67-45BA-8D41-0AF05125D5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6663" y="277813"/>
            <a:ext cx="63341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6790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A6205-70A6-42E5-80E0-151316491F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6FEA1D-ABF8-403C-A75F-B090A273F5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0E3DCA-F1C0-4A71-9E1A-F762C8EC3C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8D7BA5-F178-4892-9D5E-8B307A9519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5DB4D0-B593-48FC-92FD-074942D6FB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F861ED-EBBC-47E0-9133-E29CCF7D32A8}"/>
              </a:ext>
            </a:extLst>
          </p:cNvPr>
          <p:cNvSpPr>
            <a:spLocks noGrp="1"/>
          </p:cNvSpPr>
          <p:nvPr>
            <p:ph type="dt" sz="half" idx="10"/>
          </p:nvPr>
        </p:nvSpPr>
        <p:spPr>
          <a:xfrm>
            <a:off x="838200" y="6356350"/>
            <a:ext cx="2743200" cy="365125"/>
          </a:xfrm>
          <a:prstGeom prst="rect">
            <a:avLst/>
          </a:prstGeom>
        </p:spPr>
        <p:txBody>
          <a:bodyPr/>
          <a:lstStyle/>
          <a:p>
            <a:fld id="{7B1D2AC4-C2BF-4715-B9AD-E0ACBC8CA4C2}" type="datetime1">
              <a:rPr lang="en-US" smtClean="0"/>
              <a:t>9/13/2026</a:t>
            </a:fld>
            <a:endParaRPr lang="en-US" dirty="0"/>
          </a:p>
        </p:txBody>
      </p:sp>
      <p:sp>
        <p:nvSpPr>
          <p:cNvPr id="8" name="Footer Placeholder 7">
            <a:extLst>
              <a:ext uri="{FF2B5EF4-FFF2-40B4-BE49-F238E27FC236}">
                <a16:creationId xmlns:a16="http://schemas.microsoft.com/office/drawing/2014/main" id="{4E341743-5AF4-44F9-8783-5A6596A6838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6751C555-DE57-42A5-96E6-C60133BA315D}"/>
              </a:ext>
            </a:extLst>
          </p:cNvPr>
          <p:cNvSpPr>
            <a:spLocks noGrp="1"/>
          </p:cNvSpPr>
          <p:nvPr>
            <p:ph type="sldNum" sz="quarter" idx="12"/>
          </p:nvPr>
        </p:nvSpPr>
        <p:spPr>
          <a:xfrm>
            <a:off x="9423861" y="6467936"/>
            <a:ext cx="2743200" cy="365125"/>
          </a:xfrm>
          <a:prstGeom prst="rect">
            <a:avLst/>
          </a:prstGeom>
        </p:spPr>
        <p:txBody>
          <a:bodyPr/>
          <a:lstStyle/>
          <a:p>
            <a:fld id="{B0CFB766-FAEE-4277-A4F6-82D5352B14C4}" type="slidenum">
              <a:rPr lang="en-US" smtClean="0"/>
              <a:t>‹#›</a:t>
            </a:fld>
            <a:endParaRPr lang="en-US" dirty="0"/>
          </a:p>
        </p:txBody>
      </p:sp>
      <p:pic>
        <p:nvPicPr>
          <p:cNvPr id="10" name="Picture 65">
            <a:extLst>
              <a:ext uri="{FF2B5EF4-FFF2-40B4-BE49-F238E27FC236}">
                <a16:creationId xmlns:a16="http://schemas.microsoft.com/office/drawing/2014/main" id="{C17691EF-A79C-4CE6-AC05-81F05D9EFE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6663" y="277813"/>
            <a:ext cx="63341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72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17F12-5769-4832-B954-6F3E96E724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4D4565-9F95-48A8-BEA4-0F19E675F343}"/>
              </a:ext>
            </a:extLst>
          </p:cNvPr>
          <p:cNvSpPr>
            <a:spLocks noGrp="1"/>
          </p:cNvSpPr>
          <p:nvPr>
            <p:ph type="dt" sz="half" idx="10"/>
          </p:nvPr>
        </p:nvSpPr>
        <p:spPr>
          <a:xfrm>
            <a:off x="838200" y="6356350"/>
            <a:ext cx="2743200" cy="365125"/>
          </a:xfrm>
          <a:prstGeom prst="rect">
            <a:avLst/>
          </a:prstGeom>
        </p:spPr>
        <p:txBody>
          <a:bodyPr/>
          <a:lstStyle/>
          <a:p>
            <a:fld id="{EE8E3179-BA95-40AD-855B-841D0EC7C041}" type="datetime1">
              <a:rPr lang="en-US" smtClean="0"/>
              <a:t>9/13/2026</a:t>
            </a:fld>
            <a:endParaRPr lang="en-US" dirty="0"/>
          </a:p>
        </p:txBody>
      </p:sp>
      <p:sp>
        <p:nvSpPr>
          <p:cNvPr id="4" name="Footer Placeholder 3">
            <a:extLst>
              <a:ext uri="{FF2B5EF4-FFF2-40B4-BE49-F238E27FC236}">
                <a16:creationId xmlns:a16="http://schemas.microsoft.com/office/drawing/2014/main" id="{2A21B959-8AD7-4840-9F7E-31155ED0A33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5D46F367-492E-4799-91AE-40FBB784DB15}"/>
              </a:ext>
            </a:extLst>
          </p:cNvPr>
          <p:cNvSpPr>
            <a:spLocks noGrp="1"/>
          </p:cNvSpPr>
          <p:nvPr>
            <p:ph type="sldNum" sz="quarter" idx="12"/>
          </p:nvPr>
        </p:nvSpPr>
        <p:spPr>
          <a:xfrm>
            <a:off x="9423861" y="6467936"/>
            <a:ext cx="2743200" cy="365125"/>
          </a:xfrm>
          <a:prstGeom prst="rect">
            <a:avLst/>
          </a:prstGeom>
        </p:spPr>
        <p:txBody>
          <a:bodyPr/>
          <a:lstStyle/>
          <a:p>
            <a:fld id="{B0CFB766-FAEE-4277-A4F6-82D5352B14C4}" type="slidenum">
              <a:rPr lang="en-US" smtClean="0"/>
              <a:t>‹#›</a:t>
            </a:fld>
            <a:endParaRPr lang="en-US" dirty="0"/>
          </a:p>
        </p:txBody>
      </p:sp>
      <p:pic>
        <p:nvPicPr>
          <p:cNvPr id="6" name="Picture 65">
            <a:extLst>
              <a:ext uri="{FF2B5EF4-FFF2-40B4-BE49-F238E27FC236}">
                <a16:creationId xmlns:a16="http://schemas.microsoft.com/office/drawing/2014/main" id="{6363D7ED-A9A0-432F-9B51-4017033180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6663" y="277813"/>
            <a:ext cx="63341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6376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256C2C-F1F9-437A-B814-6C0A582245D4}"/>
              </a:ext>
            </a:extLst>
          </p:cNvPr>
          <p:cNvSpPr>
            <a:spLocks noGrp="1"/>
          </p:cNvSpPr>
          <p:nvPr>
            <p:ph type="dt" sz="half" idx="10"/>
          </p:nvPr>
        </p:nvSpPr>
        <p:spPr>
          <a:xfrm>
            <a:off x="838200" y="6356350"/>
            <a:ext cx="2743200" cy="365125"/>
          </a:xfrm>
          <a:prstGeom prst="rect">
            <a:avLst/>
          </a:prstGeom>
        </p:spPr>
        <p:txBody>
          <a:bodyPr/>
          <a:lstStyle/>
          <a:p>
            <a:fld id="{09B040A8-102E-480B-9E3C-B7A3EC800A5A}" type="datetime1">
              <a:rPr lang="en-US" smtClean="0"/>
              <a:t>9/13/2026</a:t>
            </a:fld>
            <a:endParaRPr lang="en-US" dirty="0"/>
          </a:p>
        </p:txBody>
      </p:sp>
      <p:sp>
        <p:nvSpPr>
          <p:cNvPr id="3" name="Footer Placeholder 2">
            <a:extLst>
              <a:ext uri="{FF2B5EF4-FFF2-40B4-BE49-F238E27FC236}">
                <a16:creationId xmlns:a16="http://schemas.microsoft.com/office/drawing/2014/main" id="{843330DF-A8C5-4A77-A0DB-ECE6BB466CA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B07FE3F-EDA4-47DC-A828-7556D167A27E}"/>
              </a:ext>
            </a:extLst>
          </p:cNvPr>
          <p:cNvSpPr>
            <a:spLocks noGrp="1"/>
          </p:cNvSpPr>
          <p:nvPr>
            <p:ph type="sldNum" sz="quarter" idx="12"/>
          </p:nvPr>
        </p:nvSpPr>
        <p:spPr>
          <a:xfrm>
            <a:off x="9423861" y="6467936"/>
            <a:ext cx="2743200" cy="365125"/>
          </a:xfrm>
          <a:prstGeom prst="rect">
            <a:avLst/>
          </a:prstGeom>
        </p:spPr>
        <p:txBody>
          <a:bodyPr/>
          <a:lstStyle/>
          <a:p>
            <a:fld id="{B0CFB766-FAEE-4277-A4F6-82D5352B14C4}" type="slidenum">
              <a:rPr lang="en-US" smtClean="0"/>
              <a:t>‹#›</a:t>
            </a:fld>
            <a:endParaRPr lang="en-US" dirty="0"/>
          </a:p>
        </p:txBody>
      </p:sp>
    </p:spTree>
    <p:extLst>
      <p:ext uri="{BB962C8B-B14F-4D97-AF65-F5344CB8AC3E}">
        <p14:creationId xmlns:p14="http://schemas.microsoft.com/office/powerpoint/2010/main" val="2159235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C8955-9D74-4C1F-BB9A-A558CD9B0D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52AA89-15C6-4B99-9257-0FE67A5DC3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AE4AE8-D4BF-447F-ADC8-315C5B63C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2CFDC5-0001-49A4-8862-619A9CC8FEA2}"/>
              </a:ext>
            </a:extLst>
          </p:cNvPr>
          <p:cNvSpPr>
            <a:spLocks noGrp="1"/>
          </p:cNvSpPr>
          <p:nvPr>
            <p:ph type="dt" sz="half" idx="10"/>
          </p:nvPr>
        </p:nvSpPr>
        <p:spPr>
          <a:xfrm>
            <a:off x="838200" y="6356350"/>
            <a:ext cx="2743200" cy="365125"/>
          </a:xfrm>
          <a:prstGeom prst="rect">
            <a:avLst/>
          </a:prstGeom>
        </p:spPr>
        <p:txBody>
          <a:bodyPr/>
          <a:lstStyle/>
          <a:p>
            <a:fld id="{E5FEC368-A7C9-4E88-9794-E9A63B7B2A43}" type="datetime1">
              <a:rPr lang="en-US" smtClean="0"/>
              <a:t>9/13/2026</a:t>
            </a:fld>
            <a:endParaRPr lang="en-US" dirty="0"/>
          </a:p>
        </p:txBody>
      </p:sp>
      <p:sp>
        <p:nvSpPr>
          <p:cNvPr id="6" name="Footer Placeholder 5">
            <a:extLst>
              <a:ext uri="{FF2B5EF4-FFF2-40B4-BE49-F238E27FC236}">
                <a16:creationId xmlns:a16="http://schemas.microsoft.com/office/drawing/2014/main" id="{E1F6F748-2AE3-41C6-A180-8008F745D549}"/>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53C72203-8B8F-4FBD-BFC4-B0ABA356F255}"/>
              </a:ext>
            </a:extLst>
          </p:cNvPr>
          <p:cNvSpPr>
            <a:spLocks noGrp="1"/>
          </p:cNvSpPr>
          <p:nvPr>
            <p:ph type="sldNum" sz="quarter" idx="12"/>
          </p:nvPr>
        </p:nvSpPr>
        <p:spPr>
          <a:xfrm>
            <a:off x="9423861" y="6467936"/>
            <a:ext cx="2743200" cy="365125"/>
          </a:xfrm>
          <a:prstGeom prst="rect">
            <a:avLst/>
          </a:prstGeom>
        </p:spPr>
        <p:txBody>
          <a:bodyPr/>
          <a:lstStyle/>
          <a:p>
            <a:fld id="{B0CFB766-FAEE-4277-A4F6-82D5352B14C4}" type="slidenum">
              <a:rPr lang="en-US" smtClean="0"/>
              <a:t>‹#›</a:t>
            </a:fld>
            <a:endParaRPr lang="en-US" dirty="0"/>
          </a:p>
        </p:txBody>
      </p:sp>
      <p:pic>
        <p:nvPicPr>
          <p:cNvPr id="8" name="Picture 65">
            <a:extLst>
              <a:ext uri="{FF2B5EF4-FFF2-40B4-BE49-F238E27FC236}">
                <a16:creationId xmlns:a16="http://schemas.microsoft.com/office/drawing/2014/main" id="{638AA543-FFFC-4140-926C-A9237EF0FA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6663" y="277813"/>
            <a:ext cx="63341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3619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B994F-D89F-4729-AB87-14B0A5648D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E53F40-95EF-4A7F-B932-95971543D8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B6B1791-39C3-4FBA-8BB6-495535F5CB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4">
            <a:extLst>
              <a:ext uri="{FF2B5EF4-FFF2-40B4-BE49-F238E27FC236}">
                <a16:creationId xmlns:a16="http://schemas.microsoft.com/office/drawing/2014/main" id="{94D77853-75C7-4CBF-A6AD-E75761A909F4}"/>
              </a:ext>
            </a:extLst>
          </p:cNvPr>
          <p:cNvSpPr>
            <a:spLocks noGrp="1"/>
          </p:cNvSpPr>
          <p:nvPr>
            <p:ph type="dt" sz="half" idx="10"/>
          </p:nvPr>
        </p:nvSpPr>
        <p:spPr>
          <a:xfrm>
            <a:off x="838200" y="6356350"/>
            <a:ext cx="2743200" cy="365125"/>
          </a:xfrm>
          <a:prstGeom prst="rect">
            <a:avLst/>
          </a:prstGeom>
        </p:spPr>
        <p:txBody>
          <a:bodyPr/>
          <a:lstStyle/>
          <a:p>
            <a:fld id="{F3C8C2A9-58BA-44C2-94A4-BBFC3706A3EC}" type="datetime1">
              <a:rPr lang="en-US" smtClean="0"/>
              <a:t>9/13/2026</a:t>
            </a:fld>
            <a:endParaRPr lang="en-US" dirty="0"/>
          </a:p>
        </p:txBody>
      </p:sp>
      <p:sp>
        <p:nvSpPr>
          <p:cNvPr id="9" name="Footer Placeholder 5">
            <a:extLst>
              <a:ext uri="{FF2B5EF4-FFF2-40B4-BE49-F238E27FC236}">
                <a16:creationId xmlns:a16="http://schemas.microsoft.com/office/drawing/2014/main" id="{1AFEE04E-FDE6-4ECB-B7E0-113A5FD76B1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10" name="Slide Number Placeholder 6">
            <a:extLst>
              <a:ext uri="{FF2B5EF4-FFF2-40B4-BE49-F238E27FC236}">
                <a16:creationId xmlns:a16="http://schemas.microsoft.com/office/drawing/2014/main" id="{91226EE0-F91B-4F5C-86B4-66B1B80B4444}"/>
              </a:ext>
            </a:extLst>
          </p:cNvPr>
          <p:cNvSpPr>
            <a:spLocks noGrp="1"/>
          </p:cNvSpPr>
          <p:nvPr>
            <p:ph type="sldNum" sz="quarter" idx="12"/>
          </p:nvPr>
        </p:nvSpPr>
        <p:spPr>
          <a:xfrm>
            <a:off x="9423861" y="6467936"/>
            <a:ext cx="2743200" cy="365125"/>
          </a:xfrm>
          <a:prstGeom prst="rect">
            <a:avLst/>
          </a:prstGeom>
        </p:spPr>
        <p:txBody>
          <a:bodyPr/>
          <a:lstStyle/>
          <a:p>
            <a:fld id="{B0CFB766-FAEE-4277-A4F6-82D5352B14C4}" type="slidenum">
              <a:rPr lang="en-US" smtClean="0"/>
              <a:t>‹#›</a:t>
            </a:fld>
            <a:endParaRPr lang="en-US" dirty="0"/>
          </a:p>
        </p:txBody>
      </p:sp>
      <p:pic>
        <p:nvPicPr>
          <p:cNvPr id="11" name="Picture 65">
            <a:extLst>
              <a:ext uri="{FF2B5EF4-FFF2-40B4-BE49-F238E27FC236}">
                <a16:creationId xmlns:a16="http://schemas.microsoft.com/office/drawing/2014/main" id="{8BFB1103-1758-4898-BA0B-2E9C69189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6663" y="277813"/>
            <a:ext cx="63341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3508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9A6AF-9397-4CF1-9FAE-1966F07C3B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EC59F1-D3E6-4E62-B854-8840AF7308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65CB3FA-02E8-4ED8-A117-C8B4B8D8E085}"/>
              </a:ext>
            </a:extLst>
          </p:cNvPr>
          <p:cNvSpPr>
            <a:spLocks noGrp="1"/>
          </p:cNvSpPr>
          <p:nvPr>
            <p:ph type="dt" sz="half" idx="10"/>
          </p:nvPr>
        </p:nvSpPr>
        <p:spPr>
          <a:xfrm>
            <a:off x="838200" y="6356350"/>
            <a:ext cx="2743200" cy="365125"/>
          </a:xfrm>
          <a:prstGeom prst="rect">
            <a:avLst/>
          </a:prstGeom>
        </p:spPr>
        <p:txBody>
          <a:bodyPr/>
          <a:lstStyle/>
          <a:p>
            <a:fld id="{1B1F0700-87BE-43AC-99AA-A64FEEFA9308}" type="datetime1">
              <a:rPr lang="en-US" smtClean="0"/>
              <a:t>9/13/2026</a:t>
            </a:fld>
            <a:endParaRPr lang="en-US" dirty="0"/>
          </a:p>
        </p:txBody>
      </p:sp>
      <p:sp>
        <p:nvSpPr>
          <p:cNvPr id="8" name="Footer Placeholder 4">
            <a:extLst>
              <a:ext uri="{FF2B5EF4-FFF2-40B4-BE49-F238E27FC236}">
                <a16:creationId xmlns:a16="http://schemas.microsoft.com/office/drawing/2014/main" id="{57A59AFC-7301-4F98-8CF7-A1B4DD6B876F}"/>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5">
            <a:extLst>
              <a:ext uri="{FF2B5EF4-FFF2-40B4-BE49-F238E27FC236}">
                <a16:creationId xmlns:a16="http://schemas.microsoft.com/office/drawing/2014/main" id="{5D726F6A-34C5-44B3-B2FC-299105CF52F0}"/>
              </a:ext>
            </a:extLst>
          </p:cNvPr>
          <p:cNvSpPr>
            <a:spLocks noGrp="1"/>
          </p:cNvSpPr>
          <p:nvPr>
            <p:ph type="sldNum" sz="quarter" idx="12"/>
          </p:nvPr>
        </p:nvSpPr>
        <p:spPr>
          <a:xfrm>
            <a:off x="9423861" y="6465049"/>
            <a:ext cx="2743200" cy="365125"/>
          </a:xfrm>
          <a:prstGeom prst="rect">
            <a:avLst/>
          </a:prstGeom>
        </p:spPr>
        <p:txBody>
          <a:bodyPr/>
          <a:lstStyle/>
          <a:p>
            <a:fld id="{B0CFB766-FAEE-4277-A4F6-82D5352B14C4}" type="slidenum">
              <a:rPr lang="en-US" smtClean="0"/>
              <a:t>‹#›</a:t>
            </a:fld>
            <a:endParaRPr lang="en-US" dirty="0"/>
          </a:p>
        </p:txBody>
      </p:sp>
      <p:pic>
        <p:nvPicPr>
          <p:cNvPr id="10" name="Picture 65">
            <a:extLst>
              <a:ext uri="{FF2B5EF4-FFF2-40B4-BE49-F238E27FC236}">
                <a16:creationId xmlns:a16="http://schemas.microsoft.com/office/drawing/2014/main" id="{37C2FB1A-F33D-4098-85EB-440A49C23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6663" y="277813"/>
            <a:ext cx="63341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070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3F34F3-9453-43E8-84B1-95A05DA1F4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3F4B843-145D-4EAC-B58B-F54D1E6A33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027A6159-AA1D-45A0-B7DA-AA090212C863}"/>
              </a:ext>
            </a:extLst>
          </p:cNvPr>
          <p:cNvSpPr>
            <a:spLocks noGrp="1"/>
          </p:cNvSpPr>
          <p:nvPr>
            <p:ph type="dt" sz="half" idx="10"/>
          </p:nvPr>
        </p:nvSpPr>
        <p:spPr>
          <a:xfrm>
            <a:off x="838200" y="6356350"/>
            <a:ext cx="2743200" cy="365125"/>
          </a:xfrm>
          <a:prstGeom prst="rect">
            <a:avLst/>
          </a:prstGeom>
        </p:spPr>
        <p:txBody>
          <a:bodyPr/>
          <a:lstStyle/>
          <a:p>
            <a:fld id="{487D97AE-1005-42C8-9744-7DAE0F8F9E9B}" type="datetime1">
              <a:rPr lang="en-US" smtClean="0"/>
              <a:t>9/13/2026</a:t>
            </a:fld>
            <a:endParaRPr lang="en-US" dirty="0"/>
          </a:p>
        </p:txBody>
      </p:sp>
      <p:sp>
        <p:nvSpPr>
          <p:cNvPr id="8" name="Footer Placeholder 4">
            <a:extLst>
              <a:ext uri="{FF2B5EF4-FFF2-40B4-BE49-F238E27FC236}">
                <a16:creationId xmlns:a16="http://schemas.microsoft.com/office/drawing/2014/main" id="{555EA0F3-AF0E-4914-A5CF-66F7BFA48C6E}"/>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5">
            <a:extLst>
              <a:ext uri="{FF2B5EF4-FFF2-40B4-BE49-F238E27FC236}">
                <a16:creationId xmlns:a16="http://schemas.microsoft.com/office/drawing/2014/main" id="{0BAC1812-F48F-463F-A57D-87C0670DC139}"/>
              </a:ext>
            </a:extLst>
          </p:cNvPr>
          <p:cNvSpPr>
            <a:spLocks noGrp="1"/>
          </p:cNvSpPr>
          <p:nvPr>
            <p:ph type="sldNum" sz="quarter" idx="12"/>
          </p:nvPr>
        </p:nvSpPr>
        <p:spPr>
          <a:xfrm>
            <a:off x="9425248" y="6464419"/>
            <a:ext cx="2743200" cy="365125"/>
          </a:xfrm>
          <a:prstGeom prst="rect">
            <a:avLst/>
          </a:prstGeom>
        </p:spPr>
        <p:txBody>
          <a:bodyPr/>
          <a:lstStyle/>
          <a:p>
            <a:fld id="{B0CFB766-FAEE-4277-A4F6-82D5352B14C4}" type="slidenum">
              <a:rPr lang="en-US" smtClean="0"/>
              <a:t>‹#›</a:t>
            </a:fld>
            <a:endParaRPr lang="en-US" dirty="0"/>
          </a:p>
        </p:txBody>
      </p:sp>
      <p:pic>
        <p:nvPicPr>
          <p:cNvPr id="10" name="Picture 65">
            <a:extLst>
              <a:ext uri="{FF2B5EF4-FFF2-40B4-BE49-F238E27FC236}">
                <a16:creationId xmlns:a16="http://schemas.microsoft.com/office/drawing/2014/main" id="{5048F547-261B-4601-8B5C-BB2DCB0BEF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6663" y="277813"/>
            <a:ext cx="633412"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6850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FA8196-D2F7-43DC-B0DD-203D6D66D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8B84E64-7B3D-4A4F-B58D-8CB7EEF44C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3">
            <a:extLst>
              <a:ext uri="{FF2B5EF4-FFF2-40B4-BE49-F238E27FC236}">
                <a16:creationId xmlns:a16="http://schemas.microsoft.com/office/drawing/2014/main" id="{3BED6509-92D9-420F-8F32-7DF9187811C4}"/>
              </a:ext>
            </a:extLst>
          </p:cNvPr>
          <p:cNvSpPr>
            <a:spLocks noGrp="1"/>
          </p:cNvSpPr>
          <p:nvPr>
            <p:ph type="dt" sz="half" idx="2"/>
          </p:nvPr>
        </p:nvSpPr>
        <p:spPr>
          <a:xfrm>
            <a:off x="838200" y="6356350"/>
            <a:ext cx="2743200" cy="365125"/>
          </a:xfrm>
          <a:prstGeom prst="rect">
            <a:avLst/>
          </a:prstGeom>
        </p:spPr>
        <p:txBody>
          <a:bodyPr/>
          <a:lstStyle>
            <a:lvl1pPr>
              <a:defRPr>
                <a:solidFill>
                  <a:schemeClr val="bg1"/>
                </a:solidFill>
              </a:defRPr>
            </a:lvl1pPr>
          </a:lstStyle>
          <a:p>
            <a:fld id="{95866011-B269-496F-84E9-FAFCC3A002CA}" type="datetime1">
              <a:rPr lang="en-US" smtClean="0"/>
              <a:t>9/13/2026</a:t>
            </a:fld>
            <a:endParaRPr lang="en-US" dirty="0"/>
          </a:p>
        </p:txBody>
      </p:sp>
      <p:sp>
        <p:nvSpPr>
          <p:cNvPr id="16" name="Footer Placeholder 4">
            <a:extLst>
              <a:ext uri="{FF2B5EF4-FFF2-40B4-BE49-F238E27FC236}">
                <a16:creationId xmlns:a16="http://schemas.microsoft.com/office/drawing/2014/main" id="{461D6C24-4037-47F7-8E14-8B4443E08DE9}"/>
              </a:ext>
            </a:extLst>
          </p:cNvPr>
          <p:cNvSpPr>
            <a:spLocks noGrp="1"/>
          </p:cNvSpPr>
          <p:nvPr>
            <p:ph type="ftr" sz="quarter" idx="3"/>
          </p:nvPr>
        </p:nvSpPr>
        <p:spPr>
          <a:xfrm>
            <a:off x="4038600" y="6356350"/>
            <a:ext cx="4114800" cy="365125"/>
          </a:xfrm>
          <a:prstGeom prst="rect">
            <a:avLst/>
          </a:prstGeom>
        </p:spPr>
        <p:txBody>
          <a:bodyPr/>
          <a:lstStyle>
            <a:lvl1pPr>
              <a:defRPr>
                <a:solidFill>
                  <a:schemeClr val="bg1"/>
                </a:solidFill>
              </a:defRPr>
            </a:lvl1pPr>
          </a:lstStyle>
          <a:p>
            <a:endParaRPr lang="en-US" dirty="0"/>
          </a:p>
        </p:txBody>
      </p:sp>
      <p:sp>
        <p:nvSpPr>
          <p:cNvPr id="17" name="Slide Number Placeholder 5">
            <a:extLst>
              <a:ext uri="{FF2B5EF4-FFF2-40B4-BE49-F238E27FC236}">
                <a16:creationId xmlns:a16="http://schemas.microsoft.com/office/drawing/2014/main" id="{FBB0B42E-F473-424B-A224-85C782F58DA9}"/>
              </a:ext>
            </a:extLst>
          </p:cNvPr>
          <p:cNvSpPr>
            <a:spLocks noGrp="1"/>
          </p:cNvSpPr>
          <p:nvPr>
            <p:ph type="sldNum" sz="quarter" idx="4"/>
          </p:nvPr>
        </p:nvSpPr>
        <p:spPr>
          <a:xfrm>
            <a:off x="9423861" y="6462165"/>
            <a:ext cx="2743200" cy="365125"/>
          </a:xfrm>
          <a:prstGeom prst="rect">
            <a:avLst/>
          </a:prstGeom>
        </p:spPr>
        <p:txBody>
          <a:bodyPr/>
          <a:lstStyle>
            <a:lvl1pPr algn="r">
              <a:defRPr>
                <a:solidFill>
                  <a:schemeClr val="bg1"/>
                </a:solidFill>
              </a:defRPr>
            </a:lvl1pPr>
          </a:lstStyle>
          <a:p>
            <a:fld id="{B0CFB766-FAEE-4277-A4F6-82D5352B14C4}" type="slidenum">
              <a:rPr lang="en-US" smtClean="0"/>
              <a:t>‹#›</a:t>
            </a:fld>
            <a:endParaRPr lang="en-US" dirty="0"/>
          </a:p>
        </p:txBody>
      </p:sp>
    </p:spTree>
    <p:extLst>
      <p:ext uri="{BB962C8B-B14F-4D97-AF65-F5344CB8AC3E}">
        <p14:creationId xmlns:p14="http://schemas.microsoft.com/office/powerpoint/2010/main" val="111558732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sz="2400" kern="1200">
          <a:solidFill>
            <a:schemeClr val="bg1"/>
          </a:solidFill>
          <a:latin typeface="+mj-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sz="2000" kern="1200">
          <a:solidFill>
            <a:schemeClr val="bg1"/>
          </a:solidFill>
          <a:latin typeface="+mj-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Ø"/>
        <a:defRPr sz="1800" kern="1200">
          <a:solidFill>
            <a:schemeClr val="bg1"/>
          </a:solidFill>
          <a:latin typeface="+mj-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Ø"/>
        <a:defRPr sz="1800" kern="1200">
          <a:solidFill>
            <a:schemeClr val="bg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en and yellow logo with a horse&#10;&#10;Description automatically generated">
            <a:extLst>
              <a:ext uri="{FF2B5EF4-FFF2-40B4-BE49-F238E27FC236}">
                <a16:creationId xmlns:a16="http://schemas.microsoft.com/office/drawing/2014/main" id="{48559C60-5674-93C5-36A9-DB5C32854D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846" y="213365"/>
            <a:ext cx="778624" cy="745077"/>
          </a:xfrm>
          <a:prstGeom prst="rect">
            <a:avLst/>
          </a:prstGeom>
        </p:spPr>
      </p:pic>
      <p:sp>
        <p:nvSpPr>
          <p:cNvPr id="3" name="Rectangle 2">
            <a:extLst>
              <a:ext uri="{FF2B5EF4-FFF2-40B4-BE49-F238E27FC236}">
                <a16:creationId xmlns:a16="http://schemas.microsoft.com/office/drawing/2014/main" id="{7ECBFDE8-AADB-A1EF-938C-2ACEF91BDD6D}"/>
              </a:ext>
            </a:extLst>
          </p:cNvPr>
          <p:cNvSpPr/>
          <p:nvPr/>
        </p:nvSpPr>
        <p:spPr>
          <a:xfrm rot="5400000">
            <a:off x="-2098256" y="3574758"/>
            <a:ext cx="5370312" cy="769441"/>
          </a:xfrm>
          <a:prstGeom prst="rect">
            <a:avLst/>
          </a:prstGeom>
          <a:solidFill>
            <a:srgbClr val="0E3078"/>
          </a:solidFill>
          <a:ln>
            <a:noFill/>
          </a:ln>
        </p:spPr>
        <p:txBody>
          <a:bodyPr wrap="square">
            <a:spAutoFit/>
          </a:bodyPr>
          <a:lstStyle/>
          <a:p>
            <a:r>
              <a:rPr lang="mn-Mong-CN" sz="4400" dirty="0">
                <a:solidFill>
                  <a:schemeClr val="bg1"/>
                </a:solidFill>
              </a:rPr>
              <a:t>ᠬᠥᠳᠡᠭᠡ ᠠᠵᠤ ᠠᠬᠤᠢ ᠶᠢᠨ ᠶᠡᠬᠡ ᠰᠤᠷᠭᠠᠭᠤᠯᠢ</a:t>
            </a:r>
            <a:endParaRPr lang="en-US" sz="4400" dirty="0">
              <a:solidFill>
                <a:schemeClr val="bg1"/>
              </a:solidFill>
            </a:endParaRPr>
          </a:p>
        </p:txBody>
      </p:sp>
      <p:sp>
        <p:nvSpPr>
          <p:cNvPr id="7" name="Rectangle: Rounded Corners 6">
            <a:extLst>
              <a:ext uri="{FF2B5EF4-FFF2-40B4-BE49-F238E27FC236}">
                <a16:creationId xmlns:a16="http://schemas.microsoft.com/office/drawing/2014/main" id="{D38289F8-B493-063E-C1A5-9923F1609BEA}"/>
              </a:ext>
            </a:extLst>
          </p:cNvPr>
          <p:cNvSpPr/>
          <p:nvPr/>
        </p:nvSpPr>
        <p:spPr>
          <a:xfrm>
            <a:off x="1890344" y="1402245"/>
            <a:ext cx="10096804" cy="4959965"/>
          </a:xfrm>
          <a:prstGeom prst="roundRect">
            <a:avLst>
              <a:gd name="adj" fmla="val 8053"/>
            </a:avLst>
          </a:prstGeom>
          <a:noFill/>
          <a:ln w="25400" cap="flat" cmpd="sng" algn="ctr">
            <a:solidFill>
              <a:srgbClr val="4F81BD"/>
            </a:solidFill>
            <a:prstDash val="dash"/>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4F81BD"/>
              </a:solidFill>
              <a:effectLst/>
              <a:uLnTx/>
              <a:uFillTx/>
              <a:latin typeface="Montserrat"/>
              <a:ea typeface="+mn-ea"/>
              <a:cs typeface="+mn-cs"/>
            </a:endParaRPr>
          </a:p>
        </p:txBody>
      </p:sp>
      <p:sp>
        <p:nvSpPr>
          <p:cNvPr id="9" name="Rectangle: Rounded Corners 8">
            <a:extLst>
              <a:ext uri="{FF2B5EF4-FFF2-40B4-BE49-F238E27FC236}">
                <a16:creationId xmlns:a16="http://schemas.microsoft.com/office/drawing/2014/main" id="{982D27C7-F417-B937-ED42-BDEAE206BFC7}"/>
              </a:ext>
            </a:extLst>
          </p:cNvPr>
          <p:cNvSpPr/>
          <p:nvPr/>
        </p:nvSpPr>
        <p:spPr>
          <a:xfrm>
            <a:off x="2121421" y="1567946"/>
            <a:ext cx="9702354" cy="1313767"/>
          </a:xfrm>
          <a:prstGeom prst="roundRect">
            <a:avLst/>
          </a:prstGeom>
          <a:solidFill>
            <a:srgbClr val="002465"/>
          </a:solidFill>
          <a:ln w="28575">
            <a:solidFill>
              <a:srgbClr val="1F80FF"/>
            </a:solidFill>
          </a:ln>
        </p:spPr>
        <p:style>
          <a:lnRef idx="0">
            <a:schemeClr val="accent1"/>
          </a:lnRef>
          <a:fillRef idx="3">
            <a:schemeClr val="accent1"/>
          </a:fillRef>
          <a:effectRef idx="3">
            <a:schemeClr val="accent1"/>
          </a:effectRef>
          <a:fontRef idx="minor">
            <a:schemeClr val="lt1"/>
          </a:fontRef>
        </p:style>
        <p:txBody>
          <a:bodyPr rtlCol="0" anchor="ctr"/>
          <a:lstStyle/>
          <a:p>
            <a:pPr algn="just"/>
            <a:r>
              <a:rPr lang="mn-MN" dirty="0"/>
              <a:t>Сургалтын хөтөлбөрийг хөдөлмөрийн зах зээл, технологийн хөгжил, ирээдүйн ур чадварын хэрэгцээнд нийцүүлэн, ажлын байранд суурилсан, цахим болон уян хатан, шаталсан сургалтын хэлбэрийг өргөжүүлж, сургалтын хөтөлбөрийг үр дүн, ур чадварт суурилан шинэчлэнэ.</a:t>
            </a:r>
            <a:endParaRPr lang="en-US" dirty="0"/>
          </a:p>
        </p:txBody>
      </p:sp>
      <p:sp>
        <p:nvSpPr>
          <p:cNvPr id="11" name="Rectangle: Rounded Corners 10">
            <a:extLst>
              <a:ext uri="{FF2B5EF4-FFF2-40B4-BE49-F238E27FC236}">
                <a16:creationId xmlns:a16="http://schemas.microsoft.com/office/drawing/2014/main" id="{D87DA9A8-DFF2-6F1F-6763-6E6E724B9FCE}"/>
              </a:ext>
            </a:extLst>
          </p:cNvPr>
          <p:cNvSpPr/>
          <p:nvPr/>
        </p:nvSpPr>
        <p:spPr>
          <a:xfrm>
            <a:off x="2155274" y="3092862"/>
            <a:ext cx="9702354" cy="1313767"/>
          </a:xfrm>
          <a:prstGeom prst="roundRect">
            <a:avLst/>
          </a:prstGeom>
          <a:solidFill>
            <a:srgbClr val="002465"/>
          </a:solidFill>
          <a:ln w="28575">
            <a:solidFill>
              <a:srgbClr val="1F80FF"/>
            </a:solidFill>
          </a:ln>
        </p:spPr>
        <p:style>
          <a:lnRef idx="0">
            <a:schemeClr val="accent1"/>
          </a:lnRef>
          <a:fillRef idx="3">
            <a:schemeClr val="accent1"/>
          </a:fillRef>
          <a:effectRef idx="3">
            <a:schemeClr val="accent1"/>
          </a:effectRef>
          <a:fontRef idx="minor">
            <a:schemeClr val="lt1"/>
          </a:fontRef>
        </p:style>
        <p:txBody>
          <a:bodyPr rtlCol="0" anchor="ctr"/>
          <a:lstStyle/>
          <a:p>
            <a:pPr algn="just"/>
            <a:r>
              <a:rPr lang="mn-MN" dirty="0"/>
              <a:t>Сургалтын чанарыг суралцахуйн үр дүн, төгсөгчийн ур чадвар, хөдөлмөр эрхлэлт, ажил олгогчийн үнэлгээнд тулгуурлан үнэлж, үндэсний болон олон улсын чанарын баталгаажуулалт, Б</a:t>
            </a:r>
            <a:r>
              <a:rPr lang="en-US" dirty="0" err="1"/>
              <a:t>оловсролын</a:t>
            </a:r>
            <a:r>
              <a:rPr lang="en-US" dirty="0"/>
              <a:t> </a:t>
            </a:r>
            <a:r>
              <a:rPr lang="en-US" dirty="0" err="1"/>
              <a:t>байгууллагын</a:t>
            </a:r>
            <a:r>
              <a:rPr lang="en-US" dirty="0"/>
              <a:t> </a:t>
            </a:r>
            <a:r>
              <a:rPr lang="en-US" dirty="0" err="1"/>
              <a:t>менежментийн</a:t>
            </a:r>
            <a:r>
              <a:rPr lang="en-US" dirty="0"/>
              <a:t> </a:t>
            </a:r>
            <a:r>
              <a:rPr lang="en-US" dirty="0" err="1"/>
              <a:t>систем</a:t>
            </a:r>
            <a:r>
              <a:rPr lang="en-US" dirty="0"/>
              <a:t> (EOMS)</a:t>
            </a:r>
            <a:r>
              <a:rPr lang="mn-MN" dirty="0"/>
              <a:t>-ийн үр дүнд суурилан сайжруулна.</a:t>
            </a:r>
            <a:endParaRPr lang="en-US" dirty="0"/>
          </a:p>
        </p:txBody>
      </p:sp>
      <p:sp>
        <p:nvSpPr>
          <p:cNvPr id="12" name="Rectangle: Rounded Corners 11">
            <a:extLst>
              <a:ext uri="{FF2B5EF4-FFF2-40B4-BE49-F238E27FC236}">
                <a16:creationId xmlns:a16="http://schemas.microsoft.com/office/drawing/2014/main" id="{B3FC088C-C452-757F-8458-AB4AEEBC8090}"/>
              </a:ext>
            </a:extLst>
          </p:cNvPr>
          <p:cNvSpPr/>
          <p:nvPr/>
        </p:nvSpPr>
        <p:spPr>
          <a:xfrm>
            <a:off x="2155274" y="4700076"/>
            <a:ext cx="9634649" cy="1397170"/>
          </a:xfrm>
          <a:prstGeom prst="roundRect">
            <a:avLst/>
          </a:prstGeom>
          <a:solidFill>
            <a:srgbClr val="002465"/>
          </a:solidFill>
          <a:ln w="28575">
            <a:solidFill>
              <a:srgbClr val="1F80FF"/>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lvl="0" algn="just"/>
            <a:r>
              <a:rPr kumimoji="0" lang="mn-MN"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rPr>
              <a:t>Багш, оюутны мэргэжлийн, судалгааны дижитал болон хиймэл оюуны чадамжийг хөгжүүлж, хөдөө аж ахуйн </a:t>
            </a:r>
            <a:r>
              <a:rPr lang="en-US" dirty="0" err="1">
                <a:solidFill>
                  <a:schemeClr val="bg1"/>
                </a:solidFill>
                <a:latin typeface="Arial" panose="020B0604020202020204" pitchFamily="34" charset="0"/>
                <a:cs typeface="Arial" panose="020B0604020202020204" pitchFamily="34" charset="0"/>
              </a:rPr>
              <a:t>салбарт</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хиймэл</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оюун</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ухаан</a:t>
            </a:r>
            <a:r>
              <a:rPr lang="en-US" dirty="0">
                <a:solidFill>
                  <a:schemeClr val="bg1"/>
                </a:solidFill>
                <a:latin typeface="Arial" panose="020B0604020202020204" pitchFamily="34" charset="0"/>
                <a:cs typeface="Arial" panose="020B0604020202020204" pitchFamily="34" charset="0"/>
              </a:rPr>
              <a:t> (AI), </a:t>
            </a:r>
            <a:r>
              <a:rPr lang="en-US" dirty="0" err="1">
                <a:solidFill>
                  <a:schemeClr val="bg1"/>
                </a:solidFill>
                <a:latin typeface="Arial" panose="020B0604020202020204" pitchFamily="34" charset="0"/>
                <a:cs typeface="Arial" panose="020B0604020202020204" pitchFamily="34" charset="0"/>
              </a:rPr>
              <a:t>дрон</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технологи</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сансрын</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за</a:t>
            </a:r>
            <a:r>
              <a:rPr lang="mn-MN" dirty="0">
                <a:solidFill>
                  <a:schemeClr val="bg1"/>
                </a:solidFill>
                <a:latin typeface="Arial" panose="020B0604020202020204" pitchFamily="34" charset="0"/>
                <a:cs typeface="Arial" panose="020B0604020202020204" pitchFamily="34" charset="0"/>
              </a:rPr>
              <a:t>йн тандан судлал</a:t>
            </a:r>
            <a:r>
              <a:rPr lang="en-US" dirty="0">
                <a:solidFill>
                  <a:schemeClr val="bg1"/>
                </a:solidFill>
                <a:latin typeface="Arial" panose="020B0604020202020204" pitchFamily="34" charset="0"/>
                <a:cs typeface="Arial" panose="020B0604020202020204" pitchFamily="34" charset="0"/>
              </a:rPr>
              <a:t> (GIS)</a:t>
            </a:r>
            <a:r>
              <a:rPr lang="mn-MN" dirty="0">
                <a:solidFill>
                  <a:schemeClr val="bg1"/>
                </a:solidFill>
                <a:latin typeface="Arial" panose="020B0604020202020204" pitchFamily="34" charset="0"/>
                <a:cs typeface="Arial" panose="020B0604020202020204" pitchFamily="34" charset="0"/>
              </a:rPr>
              <a:t> </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болон</a:t>
            </a:r>
            <a:r>
              <a:rPr lang="en-US" dirty="0">
                <a:solidFill>
                  <a:schemeClr val="bg1"/>
                </a:solidFill>
                <a:latin typeface="Arial" panose="020B0604020202020204" pitchFamily="34" charset="0"/>
                <a:cs typeface="Arial" panose="020B0604020202020204" pitchFamily="34" charset="0"/>
              </a:rPr>
              <a:t> </a:t>
            </a:r>
            <a:r>
              <a:rPr lang="mn-MN" dirty="0">
                <a:solidFill>
                  <a:schemeClr val="bg1"/>
                </a:solidFill>
                <a:latin typeface="Arial" panose="020B0604020202020204" pitchFamily="34" charset="0"/>
                <a:cs typeface="Arial" panose="020B0604020202020204" pitchFamily="34" charset="0"/>
              </a:rPr>
              <a:t>их өгөгдлийн санг </a:t>
            </a:r>
            <a:r>
              <a:rPr lang="en-US" dirty="0">
                <a:solidFill>
                  <a:schemeClr val="bg1"/>
                </a:solidFill>
                <a:latin typeface="Arial" panose="020B0604020202020204" pitchFamily="34" charset="0"/>
                <a:cs typeface="Arial" panose="020B0604020202020204" pitchFamily="34" charset="0"/>
              </a:rPr>
              <a:t>(BG) </a:t>
            </a:r>
            <a:r>
              <a:rPr lang="en-US" dirty="0" err="1">
                <a:solidFill>
                  <a:schemeClr val="bg1"/>
                </a:solidFill>
                <a:latin typeface="Arial" panose="020B0604020202020204" pitchFamily="34" charset="0"/>
                <a:cs typeface="Arial" panose="020B0604020202020204" pitchFamily="34" charset="0"/>
              </a:rPr>
              <a:t>ашиглан</a:t>
            </a:r>
            <a:r>
              <a:rPr lang="en-US" dirty="0">
                <a:solidFill>
                  <a:schemeClr val="bg1"/>
                </a:solidFill>
                <a:latin typeface="Arial" panose="020B0604020202020204" pitchFamily="34" charset="0"/>
                <a:cs typeface="Arial" panose="020B0604020202020204" pitchFamily="34" charset="0"/>
              </a:rPr>
              <a:t> </a:t>
            </a:r>
            <a:r>
              <a:rPr lang="mn-MN" dirty="0">
                <a:solidFill>
                  <a:schemeClr val="bg1"/>
                </a:solidFill>
                <a:latin typeface="Arial" panose="020B0604020202020204" pitchFamily="34" charset="0"/>
                <a:cs typeface="Arial" panose="020B0604020202020204" pitchFamily="34" charset="0"/>
              </a:rPr>
              <a:t>хөдөө аж ахуйн салбарт </a:t>
            </a:r>
            <a:r>
              <a:rPr lang="en-US" dirty="0" err="1">
                <a:solidFill>
                  <a:schemeClr val="bg1"/>
                </a:solidFill>
                <a:latin typeface="Arial" panose="020B0604020202020204" pitchFamily="34" charset="0"/>
                <a:cs typeface="Arial" panose="020B0604020202020204" pitchFamily="34" charset="0"/>
              </a:rPr>
              <a:t>ухаалаг</a:t>
            </a:r>
            <a:r>
              <a:rPr lang="en-US" dirty="0">
                <a:solidFill>
                  <a:schemeClr val="bg1"/>
                </a:solidFill>
                <a:latin typeface="Arial" panose="020B0604020202020204" pitchFamily="34" charset="0"/>
                <a:cs typeface="Arial" panose="020B0604020202020204" pitchFamily="34" charset="0"/>
              </a:rPr>
              <a:t> </a:t>
            </a:r>
            <a:r>
              <a:rPr lang="mn-MN" dirty="0">
                <a:solidFill>
                  <a:schemeClr val="bg1"/>
                </a:solidFill>
                <a:latin typeface="Arial" panose="020B0604020202020204" pitchFamily="34" charset="0"/>
                <a:cs typeface="Arial" panose="020B0604020202020204" pitchFamily="34" charset="0"/>
              </a:rPr>
              <a:t>технологид суурилсан ур чадвар бүхий </a:t>
            </a:r>
            <a:r>
              <a:rPr lang="en-US" dirty="0" err="1">
                <a:solidFill>
                  <a:schemeClr val="bg1"/>
                </a:solidFill>
                <a:latin typeface="Arial" panose="020B0604020202020204" pitchFamily="34" charset="0"/>
                <a:cs typeface="Arial" panose="020B0604020202020204" pitchFamily="34" charset="0"/>
              </a:rPr>
              <a:t>мэргэжилтнүүдийг</a:t>
            </a:r>
            <a:r>
              <a:rPr lang="en-US" dirty="0">
                <a:solidFill>
                  <a:schemeClr val="bg1"/>
                </a:solidFill>
                <a:latin typeface="Arial" panose="020B0604020202020204" pitchFamily="34" charset="0"/>
                <a:cs typeface="Arial" panose="020B0604020202020204" pitchFamily="34" charset="0"/>
              </a:rPr>
              <a:t> </a:t>
            </a:r>
            <a:r>
              <a:rPr lang="mn-MN" dirty="0">
                <a:solidFill>
                  <a:schemeClr val="bg1"/>
                </a:solidFill>
                <a:latin typeface="Arial" panose="020B0604020202020204" pitchFamily="34" charset="0"/>
                <a:cs typeface="Arial" panose="020B0604020202020204" pitchFamily="34" charset="0"/>
              </a:rPr>
              <a:t>бэлтгэнэ. </a:t>
            </a:r>
            <a:endParaRPr kumimoji="0" lang="en-US"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p:txBody>
      </p:sp>
      <p:sp>
        <p:nvSpPr>
          <p:cNvPr id="14" name="Rectangle: Rounded Corners 13">
            <a:extLst>
              <a:ext uri="{FF2B5EF4-FFF2-40B4-BE49-F238E27FC236}">
                <a16:creationId xmlns:a16="http://schemas.microsoft.com/office/drawing/2014/main" id="{B7230529-324A-429F-BA3B-95E581C8CAB3}"/>
              </a:ext>
            </a:extLst>
          </p:cNvPr>
          <p:cNvSpPr/>
          <p:nvPr/>
        </p:nvSpPr>
        <p:spPr>
          <a:xfrm>
            <a:off x="1288762" y="1998129"/>
            <a:ext cx="486044" cy="453400"/>
          </a:xfrm>
          <a:prstGeom prst="roundRect">
            <a:avLst/>
          </a:prstGeom>
          <a:solidFill>
            <a:srgbClr val="FFC0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mn-MN" sz="2400" b="1" dirty="0">
                <a:solidFill>
                  <a:schemeClr val="tx1"/>
                </a:solidFill>
                <a:latin typeface="Arial" panose="020B0604020202020204" pitchFamily="34" charset="0"/>
                <a:cs typeface="Arial" panose="020B0604020202020204" pitchFamily="34" charset="0"/>
              </a:rPr>
              <a:t>1</a:t>
            </a:r>
            <a:endParaRPr lang="en-US" sz="2400" b="1" dirty="0">
              <a:solidFill>
                <a:schemeClr val="tx1"/>
              </a:solidFill>
              <a:latin typeface="Arial" panose="020B0604020202020204" pitchFamily="34" charset="0"/>
              <a:cs typeface="Arial" panose="020B0604020202020204" pitchFamily="34" charset="0"/>
            </a:endParaRPr>
          </a:p>
        </p:txBody>
      </p:sp>
      <p:sp>
        <p:nvSpPr>
          <p:cNvPr id="16" name="Rectangle: Rounded Corners 15">
            <a:extLst>
              <a:ext uri="{FF2B5EF4-FFF2-40B4-BE49-F238E27FC236}">
                <a16:creationId xmlns:a16="http://schemas.microsoft.com/office/drawing/2014/main" id="{8922C8C0-E32B-4516-75E0-D79EA5021F44}"/>
              </a:ext>
            </a:extLst>
          </p:cNvPr>
          <p:cNvSpPr/>
          <p:nvPr/>
        </p:nvSpPr>
        <p:spPr>
          <a:xfrm>
            <a:off x="1241733" y="3468736"/>
            <a:ext cx="486044" cy="453400"/>
          </a:xfrm>
          <a:prstGeom prst="roundRect">
            <a:avLst/>
          </a:prstGeom>
          <a:solidFill>
            <a:srgbClr val="FFC0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mn-MN" sz="2400" b="1" dirty="0">
                <a:solidFill>
                  <a:schemeClr val="tx1"/>
                </a:solidFill>
                <a:latin typeface="Arial" panose="020B0604020202020204" pitchFamily="34" charset="0"/>
                <a:cs typeface="Arial" panose="020B0604020202020204" pitchFamily="34" charset="0"/>
              </a:rPr>
              <a:t>2</a:t>
            </a:r>
            <a:endParaRPr lang="en-US" sz="2400" b="1" dirty="0">
              <a:solidFill>
                <a:schemeClr val="tx1"/>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47EDB510-74EA-A75E-31E8-3437DA6856AF}"/>
              </a:ext>
            </a:extLst>
          </p:cNvPr>
          <p:cNvSpPr/>
          <p:nvPr/>
        </p:nvSpPr>
        <p:spPr>
          <a:xfrm>
            <a:off x="1236551" y="5063354"/>
            <a:ext cx="486044" cy="453400"/>
          </a:xfrm>
          <a:prstGeom prst="roundRect">
            <a:avLst/>
          </a:prstGeom>
          <a:solidFill>
            <a:srgbClr val="FFC0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mn-MN" sz="2400" b="1" dirty="0">
                <a:solidFill>
                  <a:schemeClr val="tx1"/>
                </a:solidFill>
                <a:latin typeface="Arial" panose="020B0604020202020204" pitchFamily="34" charset="0"/>
                <a:cs typeface="Arial" panose="020B0604020202020204" pitchFamily="34" charset="0"/>
              </a:rPr>
              <a:t>3</a:t>
            </a:r>
            <a:endParaRPr lang="en-US" sz="2400" b="1" dirty="0">
              <a:solidFill>
                <a:schemeClr val="tx1"/>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B2B7B4FE-5FA3-04DE-8350-75E57391DABA}"/>
              </a:ext>
            </a:extLst>
          </p:cNvPr>
          <p:cNvSpPr txBox="1"/>
          <p:nvPr/>
        </p:nvSpPr>
        <p:spPr>
          <a:xfrm>
            <a:off x="3453812" y="359394"/>
            <a:ext cx="6736404" cy="707886"/>
          </a:xfrm>
          <a:prstGeom prst="rect">
            <a:avLst/>
          </a:prstGeom>
          <a:noFill/>
        </p:spPr>
        <p:txBody>
          <a:bodyPr wrap="square">
            <a:spAutoFit/>
          </a:bodyPr>
          <a:lstStyle/>
          <a:p>
            <a:pPr algn="ctr"/>
            <a:r>
              <a:rPr kumimoji="0" lang="mn-MN" sz="2000" b="1" i="0" u="none" strike="noStrike" kern="1200" cap="none" spc="0" normalizeH="0" baseline="0" noProof="0" dirty="0">
                <a:ln>
                  <a:noFill/>
                </a:ln>
                <a:solidFill>
                  <a:srgbClr val="FFFF00"/>
                </a:solidFill>
                <a:effectLst/>
                <a:uLnTx/>
                <a:uFillTx/>
                <a:latin typeface="Arial" panose="020B0604020202020204"/>
                <a:ea typeface="+mn-ea"/>
                <a:cs typeface="+mn-cs"/>
              </a:rPr>
              <a:t>ХӨДӨӨ АЖ АХУЙН ИХ СУРГУУЛИЙН 2026-2027 ОНЫ ХИЧЭЭЛИЙН ЖИЛИЙН ЗОРИЛТУУД</a:t>
            </a:r>
            <a:endParaRPr lang="en-US" sz="2000" b="1" dirty="0">
              <a:solidFill>
                <a:srgbClr val="FFFF00"/>
              </a:solidFill>
            </a:endParaRPr>
          </a:p>
        </p:txBody>
      </p:sp>
    </p:spTree>
    <p:extLst>
      <p:ext uri="{BB962C8B-B14F-4D97-AF65-F5344CB8AC3E}">
        <p14:creationId xmlns:p14="http://schemas.microsoft.com/office/powerpoint/2010/main" val="3532597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937CD-FCF8-A6A7-B3E7-9ACC586DDAC9}"/>
            </a:ext>
          </a:extLst>
        </p:cNvPr>
        <p:cNvGrpSpPr/>
        <p:nvPr/>
      </p:nvGrpSpPr>
      <p:grpSpPr>
        <a:xfrm>
          <a:off x="0" y="0"/>
          <a:ext cx="0" cy="0"/>
          <a:chOff x="0" y="0"/>
          <a:chExt cx="0" cy="0"/>
        </a:xfrm>
      </p:grpSpPr>
      <p:pic>
        <p:nvPicPr>
          <p:cNvPr id="5" name="Picture 4" descr="A green and yellow logo with a horse&#10;&#10;Description automatically generated">
            <a:extLst>
              <a:ext uri="{FF2B5EF4-FFF2-40B4-BE49-F238E27FC236}">
                <a16:creationId xmlns:a16="http://schemas.microsoft.com/office/drawing/2014/main" id="{5E700BA9-3A18-59D5-97AE-B04C95BAA6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846" y="213365"/>
            <a:ext cx="778624" cy="745077"/>
          </a:xfrm>
          <a:prstGeom prst="rect">
            <a:avLst/>
          </a:prstGeom>
        </p:spPr>
      </p:pic>
      <p:sp>
        <p:nvSpPr>
          <p:cNvPr id="3" name="Rectangle 2">
            <a:extLst>
              <a:ext uri="{FF2B5EF4-FFF2-40B4-BE49-F238E27FC236}">
                <a16:creationId xmlns:a16="http://schemas.microsoft.com/office/drawing/2014/main" id="{E5E4EA60-0861-792F-270C-CCF6134D941C}"/>
              </a:ext>
            </a:extLst>
          </p:cNvPr>
          <p:cNvSpPr/>
          <p:nvPr/>
        </p:nvSpPr>
        <p:spPr>
          <a:xfrm rot="5400000">
            <a:off x="-2098256" y="3574758"/>
            <a:ext cx="5370312" cy="769441"/>
          </a:xfrm>
          <a:prstGeom prst="rect">
            <a:avLst/>
          </a:prstGeom>
          <a:solidFill>
            <a:srgbClr val="0E3078"/>
          </a:solidFill>
          <a:ln>
            <a:noFill/>
          </a:ln>
        </p:spPr>
        <p:txBody>
          <a:bodyPr wrap="square">
            <a:spAutoFit/>
          </a:bodyPr>
          <a:lstStyle/>
          <a:p>
            <a:r>
              <a:rPr lang="mn-Mong-CN" sz="4400" dirty="0">
                <a:solidFill>
                  <a:schemeClr val="bg1"/>
                </a:solidFill>
              </a:rPr>
              <a:t>ᠬᠥᠳᠡᠭᠡ ᠠᠵᠤ ᠠᠬᠤᠢ ᠶᠢᠨ ᠶᠡᠬᠡ ᠰᠤᠷᠭᠠᠭᠤᠯᠢ</a:t>
            </a:r>
            <a:endParaRPr lang="en-US" sz="4400" dirty="0">
              <a:solidFill>
                <a:schemeClr val="bg1"/>
              </a:solidFill>
            </a:endParaRPr>
          </a:p>
        </p:txBody>
      </p:sp>
      <p:sp>
        <p:nvSpPr>
          <p:cNvPr id="7" name="Rectangle: Rounded Corners 6">
            <a:extLst>
              <a:ext uri="{FF2B5EF4-FFF2-40B4-BE49-F238E27FC236}">
                <a16:creationId xmlns:a16="http://schemas.microsoft.com/office/drawing/2014/main" id="{92CE64CD-CDFD-F815-D6B2-2B4404C3D955}"/>
              </a:ext>
            </a:extLst>
          </p:cNvPr>
          <p:cNvSpPr/>
          <p:nvPr/>
        </p:nvSpPr>
        <p:spPr>
          <a:xfrm>
            <a:off x="1957324" y="1076757"/>
            <a:ext cx="10096804" cy="5012758"/>
          </a:xfrm>
          <a:prstGeom prst="roundRect">
            <a:avLst>
              <a:gd name="adj" fmla="val 8053"/>
            </a:avLst>
          </a:prstGeom>
          <a:noFill/>
          <a:ln w="25400" cap="flat" cmpd="sng" algn="ctr">
            <a:solidFill>
              <a:srgbClr val="4F81BD"/>
            </a:solidFill>
            <a:prstDash val="dash"/>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4F81BD"/>
              </a:solidFill>
              <a:effectLst/>
              <a:uLnTx/>
              <a:uFillTx/>
              <a:latin typeface="Montserrat"/>
              <a:ea typeface="+mn-ea"/>
              <a:cs typeface="+mn-cs"/>
            </a:endParaRPr>
          </a:p>
        </p:txBody>
      </p:sp>
      <p:sp>
        <p:nvSpPr>
          <p:cNvPr id="14" name="Rectangle: Rounded Corners 13">
            <a:extLst>
              <a:ext uri="{FF2B5EF4-FFF2-40B4-BE49-F238E27FC236}">
                <a16:creationId xmlns:a16="http://schemas.microsoft.com/office/drawing/2014/main" id="{39E9C14A-5B18-9F44-4574-D650D6867538}"/>
              </a:ext>
            </a:extLst>
          </p:cNvPr>
          <p:cNvSpPr/>
          <p:nvPr/>
        </p:nvSpPr>
        <p:spPr>
          <a:xfrm>
            <a:off x="1246128" y="2780145"/>
            <a:ext cx="486044" cy="453400"/>
          </a:xfrm>
          <a:prstGeom prst="roundRect">
            <a:avLst/>
          </a:prstGeom>
          <a:solidFill>
            <a:srgbClr val="FFC0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mn-MN" sz="2400" b="1" dirty="0">
                <a:solidFill>
                  <a:schemeClr val="tx1"/>
                </a:solidFill>
                <a:latin typeface="Arial" panose="020B0604020202020204" pitchFamily="34" charset="0"/>
                <a:cs typeface="Arial" panose="020B0604020202020204" pitchFamily="34" charset="0"/>
              </a:rPr>
              <a:t>5</a:t>
            </a:r>
            <a:endParaRPr lang="en-US" sz="2400" b="1" dirty="0">
              <a:solidFill>
                <a:schemeClr val="tx1"/>
              </a:solidFill>
              <a:latin typeface="Arial" panose="020B0604020202020204" pitchFamily="34" charset="0"/>
              <a:cs typeface="Arial" panose="020B0604020202020204" pitchFamily="34" charset="0"/>
            </a:endParaRPr>
          </a:p>
        </p:txBody>
      </p:sp>
      <p:sp>
        <p:nvSpPr>
          <p:cNvPr id="16" name="Rectangle: Rounded Corners 15">
            <a:extLst>
              <a:ext uri="{FF2B5EF4-FFF2-40B4-BE49-F238E27FC236}">
                <a16:creationId xmlns:a16="http://schemas.microsoft.com/office/drawing/2014/main" id="{033C3F6C-89A9-CB58-A507-1F3DCC374370}"/>
              </a:ext>
            </a:extLst>
          </p:cNvPr>
          <p:cNvSpPr/>
          <p:nvPr/>
        </p:nvSpPr>
        <p:spPr>
          <a:xfrm>
            <a:off x="1207771" y="4077855"/>
            <a:ext cx="486044" cy="453400"/>
          </a:xfrm>
          <a:prstGeom prst="roundRect">
            <a:avLst/>
          </a:prstGeom>
          <a:solidFill>
            <a:srgbClr val="FFC0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mn-MN" sz="2400" b="1" dirty="0">
                <a:solidFill>
                  <a:schemeClr val="tx1"/>
                </a:solidFill>
                <a:latin typeface="Arial" panose="020B0604020202020204" pitchFamily="34" charset="0"/>
                <a:cs typeface="Arial" panose="020B0604020202020204" pitchFamily="34" charset="0"/>
              </a:rPr>
              <a:t>6</a:t>
            </a:r>
            <a:endParaRPr lang="en-US" sz="2400" b="1" dirty="0">
              <a:solidFill>
                <a:schemeClr val="tx1"/>
              </a:solidFill>
              <a:latin typeface="Arial" panose="020B0604020202020204" pitchFamily="34" charset="0"/>
              <a:cs typeface="Arial" panose="020B0604020202020204" pitchFamily="34" charset="0"/>
            </a:endParaRPr>
          </a:p>
        </p:txBody>
      </p:sp>
      <p:sp>
        <p:nvSpPr>
          <p:cNvPr id="2" name="Rectangle: Rounded Corners 1">
            <a:extLst>
              <a:ext uri="{FF2B5EF4-FFF2-40B4-BE49-F238E27FC236}">
                <a16:creationId xmlns:a16="http://schemas.microsoft.com/office/drawing/2014/main" id="{2C77A594-9991-130A-3D5B-7900D3716DA5}"/>
              </a:ext>
            </a:extLst>
          </p:cNvPr>
          <p:cNvSpPr/>
          <p:nvPr/>
        </p:nvSpPr>
        <p:spPr>
          <a:xfrm>
            <a:off x="2241092" y="1482436"/>
            <a:ext cx="9464960" cy="1351472"/>
          </a:xfrm>
          <a:prstGeom prst="roundRect">
            <a:avLst/>
          </a:prstGeom>
          <a:solidFill>
            <a:srgbClr val="002465"/>
          </a:solidFill>
          <a:ln w="28575">
            <a:solidFill>
              <a:srgbClr val="1F80FF"/>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mn-MN"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Судалгааг улс орны хөгжлийн хэрэгцээтэй уялдуулж, их сургууль-эрдэм шинжилгээ-төр-хувийн хэвшлийн хамтын ажиллагаанд тулгуурлан судалгааны үр дүнг инноваци, технологи, үйлдвэрлэлд нэвтрүүлэхийг дэмжиж, судалгаа, инноваци, үйлдвэрлэлийн уялдааг бэхжүүлнэ.</a:t>
            </a:r>
            <a:endParaRPr kumimoji="0" lang="en-US"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0922A47F-DF28-BE85-B8ED-A4CD44EC5B82}"/>
              </a:ext>
            </a:extLst>
          </p:cNvPr>
          <p:cNvSpPr/>
          <p:nvPr/>
        </p:nvSpPr>
        <p:spPr>
          <a:xfrm>
            <a:off x="2241093" y="4617842"/>
            <a:ext cx="9464960" cy="1062046"/>
          </a:xfrm>
          <a:prstGeom prst="roundRect">
            <a:avLst/>
          </a:prstGeom>
          <a:solidFill>
            <a:srgbClr val="002465"/>
          </a:solidFill>
          <a:ln w="28575">
            <a:solidFill>
              <a:srgbClr val="1F80FF"/>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Arial" panose="020B0604020202020204" pitchFamily="34" charset="0"/>
                <a:cs typeface="Arial" panose="020B0604020202020204" pitchFamily="34" charset="0"/>
              </a:rPr>
              <a:t>“</a:t>
            </a:r>
            <a:r>
              <a:rPr lang="mn-MN" kern="0" dirty="0">
                <a:solidFill>
                  <a:prstClr val="white"/>
                </a:solidFill>
                <a:latin typeface="Arial" panose="020B0604020202020204" pitchFamily="34" charset="0"/>
                <a:cs typeface="Arial" panose="020B0604020202020204" pitchFamily="34" charset="0"/>
              </a:rPr>
              <a:t>Багшийн хөгжил</a:t>
            </a:r>
            <a:r>
              <a:rPr lang="en-US" kern="0" dirty="0">
                <a:solidFill>
                  <a:prstClr val="white"/>
                </a:solidFill>
                <a:latin typeface="Arial" panose="020B0604020202020204" pitchFamily="34" charset="0"/>
                <a:cs typeface="Arial" panose="020B0604020202020204" pitchFamily="34" charset="0"/>
              </a:rPr>
              <a:t>”</a:t>
            </a:r>
            <a:r>
              <a:rPr lang="mn-MN" kern="0" dirty="0">
                <a:solidFill>
                  <a:prstClr val="white"/>
                </a:solidFill>
                <a:latin typeface="Arial" panose="020B0604020202020204" pitchFamily="34" charset="0"/>
                <a:cs typeface="Arial" panose="020B0604020202020204" pitchFamily="34" charset="0"/>
              </a:rPr>
              <a:t>, </a:t>
            </a:r>
            <a:r>
              <a:rPr lang="en-US" kern="0" dirty="0">
                <a:solidFill>
                  <a:prstClr val="white"/>
                </a:solidFill>
                <a:latin typeface="Arial" panose="020B0604020202020204" pitchFamily="34" charset="0"/>
                <a:cs typeface="Arial" panose="020B0604020202020204" pitchFamily="34" charset="0"/>
              </a:rPr>
              <a:t>“</a:t>
            </a:r>
            <a:r>
              <a:rPr lang="mn-MN" kern="0" dirty="0">
                <a:solidFill>
                  <a:prstClr val="white"/>
                </a:solidFill>
                <a:latin typeface="Arial" panose="020B0604020202020204" pitchFamily="34" charset="0"/>
                <a:cs typeface="Arial" panose="020B0604020202020204" pitchFamily="34" charset="0"/>
              </a:rPr>
              <a:t>Оюутны хөгжил</a:t>
            </a:r>
            <a:r>
              <a:rPr lang="en-US" kern="0" dirty="0">
                <a:solidFill>
                  <a:prstClr val="white"/>
                </a:solidFill>
                <a:latin typeface="Arial" panose="020B0604020202020204" pitchFamily="34" charset="0"/>
                <a:cs typeface="Arial" panose="020B0604020202020204" pitchFamily="34" charset="0"/>
              </a:rPr>
              <a:t>”</a:t>
            </a:r>
            <a:r>
              <a:rPr lang="mn-MN" kern="0" dirty="0">
                <a:solidFill>
                  <a:prstClr val="white"/>
                </a:solidFill>
                <a:latin typeface="Arial" panose="020B0604020202020204" pitchFamily="34" charset="0"/>
                <a:cs typeface="Arial" panose="020B0604020202020204" pitchFamily="34" charset="0"/>
              </a:rPr>
              <a:t> хөтөлбөрүүдийг шинэчлэн боловсруулж, багш, оюутан, суралцагчийн суралцах </a:t>
            </a:r>
            <a:r>
              <a:rPr kumimoji="0" lang="mn-MN"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таатай орчинг бүрдүүлж, сургалт үйлдвэрлэлийн дадлагын баазуудыг өргөтгөнө.</a:t>
            </a:r>
            <a:endParaRPr kumimoji="0" lang="en-US"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8" name="Rectangle: Rounded Corners 7">
            <a:extLst>
              <a:ext uri="{FF2B5EF4-FFF2-40B4-BE49-F238E27FC236}">
                <a16:creationId xmlns:a16="http://schemas.microsoft.com/office/drawing/2014/main" id="{D3C05FFE-2B42-BDF8-CE4C-C7858569BB44}"/>
              </a:ext>
            </a:extLst>
          </p:cNvPr>
          <p:cNvSpPr/>
          <p:nvPr/>
        </p:nvSpPr>
        <p:spPr>
          <a:xfrm>
            <a:off x="2241092" y="3125067"/>
            <a:ext cx="9464960" cy="1145376"/>
          </a:xfrm>
          <a:prstGeom prst="roundRect">
            <a:avLst/>
          </a:prstGeom>
          <a:solidFill>
            <a:srgbClr val="002465"/>
          </a:solidFill>
          <a:ln w="28575">
            <a:solidFill>
              <a:srgbClr val="1F80FF"/>
            </a:solidFill>
          </a:ln>
        </p:spPr>
        <p:style>
          <a:lnRef idx="0">
            <a:schemeClr val="accent1"/>
          </a:lnRef>
          <a:fillRef idx="3">
            <a:schemeClr val="accent1"/>
          </a:fillRef>
          <a:effectRef idx="3">
            <a:schemeClr val="accent1"/>
          </a:effectRef>
          <a:fontRef idx="minor">
            <a:schemeClr val="lt1"/>
          </a:fontRef>
        </p:style>
        <p:txBody>
          <a:bodyPr rtlCol="0" anchor="ctr"/>
          <a:lstStyle/>
          <a:p>
            <a:pPr algn="just"/>
            <a:r>
              <a:rPr lang="mn-MN" dirty="0"/>
              <a:t>Салбар дундын болон олон улсын хамтарсан хөтөлбөр хөгжүүлж, судалгаа, </a:t>
            </a:r>
            <a:r>
              <a:rPr lang="mn-MN" kern="0" dirty="0">
                <a:solidFill>
                  <a:prstClr val="white"/>
                </a:solidFill>
                <a:latin typeface="Arial" panose="020B0604020202020204" pitchFamily="34" charset="0"/>
                <a:cs typeface="Arial" panose="020B0604020202020204" pitchFamily="34" charset="0"/>
              </a:rPr>
              <a:t>олон улсын хамтын ажиллагаа, солилцоо, хамтарсан судалгааг өргөжүүлж, багш, оюутны чадавх, өрсөлдөх чадварыг нэмэгдүүлнэ. </a:t>
            </a:r>
            <a:endParaRPr lang="en-US" dirty="0"/>
          </a:p>
        </p:txBody>
      </p:sp>
      <p:sp>
        <p:nvSpPr>
          <p:cNvPr id="13" name="Rectangle: Rounded Corners 12">
            <a:extLst>
              <a:ext uri="{FF2B5EF4-FFF2-40B4-BE49-F238E27FC236}">
                <a16:creationId xmlns:a16="http://schemas.microsoft.com/office/drawing/2014/main" id="{3EFEC4C3-DDFA-A1AB-A62F-791B1A63C0E0}"/>
              </a:ext>
            </a:extLst>
          </p:cNvPr>
          <p:cNvSpPr/>
          <p:nvPr/>
        </p:nvSpPr>
        <p:spPr>
          <a:xfrm>
            <a:off x="1246128" y="1482435"/>
            <a:ext cx="486044" cy="453400"/>
          </a:xfrm>
          <a:prstGeom prst="roundRect">
            <a:avLst/>
          </a:prstGeom>
          <a:solidFill>
            <a:srgbClr val="FFC0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2400" b="1" dirty="0">
                <a:solidFill>
                  <a:schemeClr val="tx1"/>
                </a:solidFill>
                <a:latin typeface="Arial" panose="020B0604020202020204" pitchFamily="34" charset="0"/>
                <a:cs typeface="Arial" panose="020B0604020202020204" pitchFamily="34" charset="0"/>
              </a:rPr>
              <a:t>4</a:t>
            </a:r>
          </a:p>
        </p:txBody>
      </p:sp>
      <p:sp>
        <p:nvSpPr>
          <p:cNvPr id="17" name="TextBox 16">
            <a:extLst>
              <a:ext uri="{FF2B5EF4-FFF2-40B4-BE49-F238E27FC236}">
                <a16:creationId xmlns:a16="http://schemas.microsoft.com/office/drawing/2014/main" id="{56E2D23D-DE2F-B61F-2ED9-3481ED8CF930}"/>
              </a:ext>
            </a:extLst>
          </p:cNvPr>
          <p:cNvSpPr txBox="1"/>
          <p:nvPr/>
        </p:nvSpPr>
        <p:spPr>
          <a:xfrm>
            <a:off x="3375991" y="368870"/>
            <a:ext cx="6736404" cy="707886"/>
          </a:xfrm>
          <a:prstGeom prst="rect">
            <a:avLst/>
          </a:prstGeom>
          <a:noFill/>
        </p:spPr>
        <p:txBody>
          <a:bodyPr wrap="square">
            <a:spAutoFit/>
          </a:bodyPr>
          <a:lstStyle/>
          <a:p>
            <a:pPr algn="ctr"/>
            <a:r>
              <a:rPr kumimoji="0" lang="mn-MN" sz="2000" b="1" i="0" u="none" strike="noStrike" kern="1200" cap="none" spc="0" normalizeH="0" baseline="0" noProof="0" dirty="0">
                <a:ln>
                  <a:noFill/>
                </a:ln>
                <a:solidFill>
                  <a:srgbClr val="FFFF00"/>
                </a:solidFill>
                <a:effectLst/>
                <a:uLnTx/>
                <a:uFillTx/>
                <a:latin typeface="Arial" panose="020B0604020202020204"/>
                <a:ea typeface="+mn-ea"/>
                <a:cs typeface="+mn-cs"/>
              </a:rPr>
              <a:t>ХӨДӨӨ АЖ АХУЙН ИХ СУРГУУЛИЙН 2026-2027 ОНЫ ХИЧЭЭЛИЙН ЖИЛИЙН ЗОРИЛТУУД</a:t>
            </a:r>
            <a:endParaRPr lang="en-US" sz="2000" b="1" dirty="0">
              <a:solidFill>
                <a:srgbClr val="FFFF00"/>
              </a:solidFill>
            </a:endParaRPr>
          </a:p>
        </p:txBody>
      </p:sp>
    </p:spTree>
    <p:extLst>
      <p:ext uri="{BB962C8B-B14F-4D97-AF65-F5344CB8AC3E}">
        <p14:creationId xmlns:p14="http://schemas.microsoft.com/office/powerpoint/2010/main" val="3088730514"/>
      </p:ext>
    </p:extLst>
  </p:cSld>
  <p:clrMapOvr>
    <a:masterClrMapping/>
  </p:clrMapOvr>
</p:sld>
</file>

<file path=ppt/theme/theme1.xml><?xml version="1.0" encoding="utf-8"?>
<a:theme xmlns:a="http://schemas.openxmlformats.org/drawingml/2006/main" name="БШУ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88D070B6-BC9D-479A-AF91-C46295F15242}" vid="{966DF65F-F3DC-4CB0-9359-07A32D43FD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18461</TotalTime>
  <Words>264</Words>
  <Application>Microsoft Office PowerPoint</Application>
  <PresentationFormat>Widescreen</PresentationFormat>
  <Paragraphs>16</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Calibri</vt:lpstr>
      <vt:lpstr>Wingdings</vt:lpstr>
      <vt:lpstr>Montserrat</vt:lpstr>
      <vt:lpstr>Arial</vt:lpstr>
      <vt:lpstr>БШУЯ</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tsend</dc:creator>
  <cp:lastModifiedBy>user</cp:lastModifiedBy>
  <cp:revision>1237</cp:revision>
  <cp:lastPrinted>2023-11-28T09:14:27Z</cp:lastPrinted>
  <dcterms:created xsi:type="dcterms:W3CDTF">2020-08-27T05:29:09Z</dcterms:created>
  <dcterms:modified xsi:type="dcterms:W3CDTF">2026-09-13T07:02:00Z</dcterms:modified>
</cp:coreProperties>
</file>